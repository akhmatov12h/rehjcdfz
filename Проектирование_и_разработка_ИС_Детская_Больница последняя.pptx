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8D54C-AB86-4F51-A4BA-B365B4A032BC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ABFA0-DAF2-4B01-A9D1-1712598759E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1ABFA0-DAF2-4B01-A9D1-1712598759EB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619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30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71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963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1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627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33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113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506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49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431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301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3606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1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524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412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C73204-7E78-48CF-B945-16522B5D5887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FA863B1-7356-4B60-809E-C7103AA0B9A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10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  <p:sldLayoutId id="2147483876" r:id="rId13"/>
    <p:sldLayoutId id="2147483877" r:id="rId14"/>
    <p:sldLayoutId id="2147483878" r:id="rId15"/>
    <p:sldLayoutId id="214748387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Проектирование и разработка ИС «Детская Поликлиника»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00694" y="5214950"/>
            <a:ext cx="3357586" cy="995354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Ахматов А.Х</a:t>
            </a:r>
          </a:p>
          <a:p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Гр.ИС-33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 lnSpcReduction="10000"/>
          </a:bodyPr>
          <a:lstStyle/>
          <a:p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Цель–автоматизация учёта и управления процессами регистрации пациентов, ведения медицинских карт, записи на приёмы и формирования отчётности в детской поликлинике, повышение эффективности работы медицинского и административного персонала и обеспечение удобства при взаимодействии с системой. Такая информационная система обеспечивает систематизацию данных о пациентах, их законных представителях, медицинском персонале и приёмах, сокращает время на оформление и поиск медицинской документации и способствует повышению качества медицинского обслуживания детей.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/>
          </a:bodyPr>
          <a:lstStyle/>
          <a:p>
            <a:pPr hangingPunct="0">
              <a:buNone/>
            </a:pPr>
            <a:r>
              <a:rPr lang="x-none" i="1" dirty="0"/>
              <a:t>Входная  информация:</a:t>
            </a:r>
            <a:endParaRPr lang="ru-RU" b="1" dirty="0"/>
          </a:p>
          <a:p>
            <a:pPr lvl="0" hangingPunct="0"/>
            <a:r>
              <a:rPr lang="ru-RU" dirty="0"/>
              <a:t>Данные о пациентах: </a:t>
            </a:r>
            <a:r>
              <a:rPr lang="ru-RU" dirty="0" err="1"/>
              <a:t>фио</a:t>
            </a:r>
            <a:r>
              <a:rPr lang="ru-RU" dirty="0"/>
              <a:t>, дата рождения, телефон, пол.</a:t>
            </a:r>
            <a:endParaRPr lang="ru-RU" b="1" dirty="0"/>
          </a:p>
          <a:p>
            <a:pPr lvl="0" hangingPunct="0"/>
            <a:r>
              <a:rPr lang="ru-RU" dirty="0"/>
              <a:t>Данные о врачах: </a:t>
            </a:r>
            <a:r>
              <a:rPr lang="ru-RU" dirty="0" err="1"/>
              <a:t>фио</a:t>
            </a:r>
            <a:r>
              <a:rPr lang="ru-RU" dirty="0"/>
              <a:t>, специальность, кабинет.</a:t>
            </a:r>
            <a:endParaRPr lang="ru-RU" b="1" dirty="0"/>
          </a:p>
          <a:p>
            <a:pPr lvl="0" hangingPunct="0"/>
            <a:r>
              <a:rPr lang="ru-RU" dirty="0"/>
              <a:t>Информация в медицинских картах: диагноз, история болезни, назначения.</a:t>
            </a:r>
            <a:endParaRPr lang="ru-RU" b="1" dirty="0"/>
          </a:p>
          <a:p>
            <a:pPr lvl="0" hangingPunct="0"/>
            <a:r>
              <a:rPr lang="ru-RU" dirty="0"/>
              <a:t>Данные о родителях: ФИО, телефон.</a:t>
            </a:r>
            <a:endParaRPr lang="ru-RU" b="1" dirty="0"/>
          </a:p>
          <a:p>
            <a:pPr lvl="0" hangingPunct="0"/>
            <a:r>
              <a:rPr lang="ru-RU" dirty="0"/>
              <a:t>Информация о приёмах: Дата и время проведения, статус.</a:t>
            </a:r>
            <a:endParaRPr lang="ru-RU" b="1" dirty="0"/>
          </a:p>
          <a:p>
            <a:pPr hangingPunct="0">
              <a:buNone/>
            </a:pPr>
            <a:r>
              <a:rPr lang="x-none" i="1" dirty="0"/>
              <a:t>Выходная  информация:</a:t>
            </a:r>
            <a:r>
              <a:rPr lang="x-none" b="1" u="sng" dirty="0"/>
              <a:t> </a:t>
            </a:r>
            <a:endParaRPr lang="ru-RU" b="1" dirty="0"/>
          </a:p>
          <a:p>
            <a:pPr lvl="0" hangingPunct="0"/>
            <a:r>
              <a:rPr lang="ru-RU" dirty="0"/>
              <a:t>Личная карточка пациента: анкетные данные, контактная информация родителя, медицинская история.</a:t>
            </a:r>
          </a:p>
          <a:p>
            <a:pPr lvl="0" hangingPunct="0"/>
            <a:r>
              <a:rPr lang="ru-RU" dirty="0"/>
              <a:t>Отчет по диагнозам: перечень диагнозов, количество случаев по каждому диагнозу.</a:t>
            </a:r>
          </a:p>
          <a:p>
            <a:pPr lvl="0" hangingPunct="0"/>
            <a:r>
              <a:rPr lang="ru-RU" dirty="0"/>
              <a:t>Список врачей поликлиники</a:t>
            </a:r>
          </a:p>
          <a:p>
            <a:pPr lvl="0" hangingPunct="0"/>
            <a:r>
              <a:rPr lang="ru-RU" dirty="0"/>
              <a:t>Расписание приёмов врачей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Снимок схемы данны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64704"/>
            <a:ext cx="7056784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64039"/>
            <a:ext cx="5867400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861048"/>
            <a:ext cx="572293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10EFFF-D589-4257-98DD-B2127990444F}"/>
              </a:ext>
            </a:extLst>
          </p:cNvPr>
          <p:cNvSpPr txBox="1"/>
          <p:nvPr/>
        </p:nvSpPr>
        <p:spPr>
          <a:xfrm>
            <a:off x="74279" y="188640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Контекстная диаграмма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5EEA7-F9A4-4700-96D5-DA1B1C629374}"/>
              </a:ext>
            </a:extLst>
          </p:cNvPr>
          <p:cNvSpPr txBox="1"/>
          <p:nvPr/>
        </p:nvSpPr>
        <p:spPr>
          <a:xfrm>
            <a:off x="6114454" y="3429000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Диаграмма дерева узлов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Рисунок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728700"/>
            <a:ext cx="7776864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9CAB8A-54B3-4306-8494-9F76B6F9CD04}"/>
              </a:ext>
            </a:extLst>
          </p:cNvPr>
          <p:cNvSpPr txBox="1"/>
          <p:nvPr/>
        </p:nvSpPr>
        <p:spPr>
          <a:xfrm>
            <a:off x="683568" y="332656"/>
            <a:ext cx="3049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Диаграмма декомпозиции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0"/>
            <a:ext cx="8352928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Рисунок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717032"/>
            <a:ext cx="8568952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AC933-13D5-46C2-90B6-DDF8A504A3B0}"/>
              </a:ext>
            </a:extLst>
          </p:cNvPr>
          <p:cNvSpPr txBox="1"/>
          <p:nvPr/>
        </p:nvSpPr>
        <p:spPr>
          <a:xfrm>
            <a:off x="755576" y="33265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Временная шкала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A3A9F-42B5-4BCC-891C-45333628D8EB}"/>
              </a:ext>
            </a:extLst>
          </p:cNvPr>
          <p:cNvSpPr txBox="1"/>
          <p:nvPr/>
        </p:nvSpPr>
        <p:spPr>
          <a:xfrm>
            <a:off x="611560" y="3309334"/>
            <a:ext cx="203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Диаграмма </a:t>
            </a:r>
            <a:r>
              <a:rPr lang="ru-RU" dirty="0" err="1"/>
              <a:t>Ганта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5608637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Рисунок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838" y="3789040"/>
            <a:ext cx="5913437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1FFE43-475D-47DB-B439-0A8A0F8C58BB}"/>
              </a:ext>
            </a:extLst>
          </p:cNvPr>
          <p:cNvSpPr txBox="1"/>
          <p:nvPr/>
        </p:nvSpPr>
        <p:spPr>
          <a:xfrm>
            <a:off x="3779912" y="3605957"/>
            <a:ext cx="4382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Диаграмма вариантов использования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DAC6C6-F513-4735-A863-B3C560410887}"/>
              </a:ext>
            </a:extLst>
          </p:cNvPr>
          <p:cNvSpPr txBox="1"/>
          <p:nvPr/>
        </p:nvSpPr>
        <p:spPr>
          <a:xfrm>
            <a:off x="238578" y="99431"/>
            <a:ext cx="1742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ER</a:t>
            </a:r>
            <a:r>
              <a:rPr lang="ru-RU" i="1" dirty="0"/>
              <a:t>-диаграмма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hatGPT Image 19 ноя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836712"/>
            <a:ext cx="684076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" y="116633"/>
            <a:ext cx="6009743" cy="388843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140968"/>
            <a:ext cx="5979166" cy="33843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64704"/>
            <a:ext cx="8496943" cy="4032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404664"/>
            <a:ext cx="8712968" cy="43924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C8AD35-29B6-4DAD-A947-0EC620130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764704"/>
            <a:ext cx="8002117" cy="432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110</TotalTime>
  <Words>198</Words>
  <Application>Microsoft Office PowerPoint</Application>
  <PresentationFormat>Экран (4:3)</PresentationFormat>
  <Paragraphs>23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Trebuchet MS</vt:lpstr>
      <vt:lpstr>Wingdings 3</vt:lpstr>
      <vt:lpstr>Аспект</vt:lpstr>
      <vt:lpstr>Проектирование и разработка ИС «Детская Поликлиника»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ИС «Книжный магазин»</dc:title>
  <dc:creator>ПК</dc:creator>
  <cp:lastModifiedBy>user</cp:lastModifiedBy>
  <cp:revision>12</cp:revision>
  <dcterms:created xsi:type="dcterms:W3CDTF">2025-11-18T18:18:47Z</dcterms:created>
  <dcterms:modified xsi:type="dcterms:W3CDTF">2025-11-21T08:47:06Z</dcterms:modified>
</cp:coreProperties>
</file>